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Germano" userId="5c37976e54ea3fff" providerId="LiveId" clId="{90CA6516-DE26-4DA6-8AB2-9D69C6CAC07F}"/>
    <pc:docChg chg="modSld">
      <pc:chgData name="Arthur Germano" userId="5c37976e54ea3fff" providerId="LiveId" clId="{90CA6516-DE26-4DA6-8AB2-9D69C6CAC07F}" dt="2023-09-09T00:16:11.462" v="16" actId="20577"/>
      <pc:docMkLst>
        <pc:docMk/>
      </pc:docMkLst>
      <pc:sldChg chg="modSp mod">
        <pc:chgData name="Arthur Germano" userId="5c37976e54ea3fff" providerId="LiveId" clId="{90CA6516-DE26-4DA6-8AB2-9D69C6CAC07F}" dt="2023-09-09T00:14:11.708" v="9" actId="20577"/>
        <pc:sldMkLst>
          <pc:docMk/>
          <pc:sldMk cId="3899717429" sldId="262"/>
        </pc:sldMkLst>
        <pc:spChg chg="mod">
          <ac:chgData name="Arthur Germano" userId="5c37976e54ea3fff" providerId="LiveId" clId="{90CA6516-DE26-4DA6-8AB2-9D69C6CAC07F}" dt="2023-09-09T00:14:11.708" v="9" actId="20577"/>
          <ac:spMkLst>
            <pc:docMk/>
            <pc:sldMk cId="3899717429" sldId="262"/>
            <ac:spMk id="3" creationId="{41328CB8-B20D-08B6-959F-168232A8640C}"/>
          </ac:spMkLst>
        </pc:spChg>
      </pc:sldChg>
      <pc:sldChg chg="modSp mod">
        <pc:chgData name="Arthur Germano" userId="5c37976e54ea3fff" providerId="LiveId" clId="{90CA6516-DE26-4DA6-8AB2-9D69C6CAC07F}" dt="2023-09-09T00:16:11.462" v="16" actId="20577"/>
        <pc:sldMkLst>
          <pc:docMk/>
          <pc:sldMk cId="1207810116" sldId="264"/>
        </pc:sldMkLst>
        <pc:spChg chg="mod">
          <ac:chgData name="Arthur Germano" userId="5c37976e54ea3fff" providerId="LiveId" clId="{90CA6516-DE26-4DA6-8AB2-9D69C6CAC07F}" dt="2023-09-09T00:16:11.462" v="16" actId="20577"/>
          <ac:spMkLst>
            <pc:docMk/>
            <pc:sldMk cId="1207810116" sldId="264"/>
            <ac:spMk id="3" creationId="{0ACA2CE3-533B-ABE8-586E-377E9ED41324}"/>
          </ac:spMkLst>
        </pc:spChg>
      </pc:sldChg>
      <pc:sldChg chg="modSp mod">
        <pc:chgData name="Arthur Germano" userId="5c37976e54ea3fff" providerId="LiveId" clId="{90CA6516-DE26-4DA6-8AB2-9D69C6CAC07F}" dt="2023-09-09T00:14:24.217" v="14" actId="20577"/>
        <pc:sldMkLst>
          <pc:docMk/>
          <pc:sldMk cId="1732844854" sldId="265"/>
        </pc:sldMkLst>
        <pc:spChg chg="mod">
          <ac:chgData name="Arthur Germano" userId="5c37976e54ea3fff" providerId="LiveId" clId="{90CA6516-DE26-4DA6-8AB2-9D69C6CAC07F}" dt="2023-09-09T00:14:24.217" v="14" actId="20577"/>
          <ac:spMkLst>
            <pc:docMk/>
            <pc:sldMk cId="1732844854" sldId="265"/>
            <ac:spMk id="2" creationId="{C32F291F-7263-D69A-D527-550D44778447}"/>
          </ac:spMkLst>
        </pc:spChg>
      </pc:sldChg>
    </pc:docChg>
  </pc:docChgLst>
  <pc:docChgLst>
    <pc:chgData name="EDUARDO DE ALMEIDA HERNANDES" userId="54281a9a-f16b-4d87-83c2-12c31a07c6f8" providerId="ADAL" clId="{16D4E624-87E4-4273-AFEE-C61E418D0D52}"/>
    <pc:docChg chg="modSld">
      <pc:chgData name="EDUARDO DE ALMEIDA HERNANDES" userId="54281a9a-f16b-4d87-83c2-12c31a07c6f8" providerId="ADAL" clId="{16D4E624-87E4-4273-AFEE-C61E418D0D52}" dt="2023-09-01T12:10:03.045" v="6" actId="20577"/>
      <pc:docMkLst>
        <pc:docMk/>
      </pc:docMkLst>
      <pc:sldChg chg="modSp mod">
        <pc:chgData name="EDUARDO DE ALMEIDA HERNANDES" userId="54281a9a-f16b-4d87-83c2-12c31a07c6f8" providerId="ADAL" clId="{16D4E624-87E4-4273-AFEE-C61E418D0D52}" dt="2023-09-01T12:10:03.045" v="6" actId="20577"/>
        <pc:sldMkLst>
          <pc:docMk/>
          <pc:sldMk cId="2939674095" sldId="266"/>
        </pc:sldMkLst>
        <pc:spChg chg="mod">
          <ac:chgData name="EDUARDO DE ALMEIDA HERNANDES" userId="54281a9a-f16b-4d87-83c2-12c31a07c6f8" providerId="ADAL" clId="{16D4E624-87E4-4273-AFEE-C61E418D0D52}" dt="2023-09-01T12:10:03.045" v="6" actId="20577"/>
          <ac:spMkLst>
            <pc:docMk/>
            <pc:sldMk cId="2939674095" sldId="266"/>
            <ac:spMk id="2" creationId="{348DBC0E-0088-E933-5D2A-484CF8D4247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08/09/2023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08/09/2023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08/09/2023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pt-BR" sz="3600" b="0" i="0">
                <a:solidFill>
                  <a:srgbClr val="CCCCCC"/>
                </a:solidFill>
                <a:effectLst/>
                <a:latin typeface="Raleway" pitchFamily="2" charset="0"/>
              </a:rPr>
              <a:t>Boas Práticas de Programação</a:t>
            </a:r>
            <a:endParaRPr lang="pt-BR" sz="60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pt-BR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72CF3-BD76-00E0-C506-95946C74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Comente Adequadamente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328CB8-B20D-08B6-959F-168232A8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No Início de cada arquivo deve ter seu nome, uma descrição do que o arquivo contém, quem o criou e em qual data.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Antes de cada rotina, deve ser explicado o que ela faz, o que ela retorna e qual o comportamento das variáveis. Use como premissa que alguém consegue definir se irá ou não usar a rotina e poderá usá-la apenas lendo o comentário, sem precisar conhecer o código.</a:t>
            </a:r>
            <a:endParaRPr lang="pt-BR" b="1" dirty="0">
              <a:solidFill>
                <a:srgbClr val="222222"/>
              </a:solidFill>
              <a:latin typeface="Helvetica Neue"/>
            </a:endParaRP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Comente cada grande parte do código. Por exemplo, quando o programa entra em um </a:t>
            </a:r>
            <a:r>
              <a:rPr lang="pt-BR" b="1" i="0" dirty="0" err="1">
                <a:solidFill>
                  <a:srgbClr val="222222"/>
                </a:solidFill>
                <a:effectLst/>
                <a:latin typeface="Helvetica Neue"/>
              </a:rPr>
              <a:t>if</a:t>
            </a:r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 e quando entra em um </a:t>
            </a:r>
            <a:r>
              <a:rPr lang="pt-BR" b="1" i="0" dirty="0" err="1">
                <a:solidFill>
                  <a:srgbClr val="222222"/>
                </a:solidFill>
                <a:effectLst/>
                <a:latin typeface="Helvetica Neue"/>
              </a:rPr>
              <a:t>else</a:t>
            </a:r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. </a:t>
            </a:r>
          </a:p>
          <a:p>
            <a:r>
              <a:rPr lang="pt-BR" b="1" dirty="0">
                <a:solidFill>
                  <a:srgbClr val="222222"/>
                </a:solidFill>
                <a:latin typeface="Helvetica Neue"/>
              </a:rPr>
              <a:t>M</a:t>
            </a:r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as não precisa comentar coisas obvias como explicar que o “contador++” está incrementando o “contador”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9717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48166-F3B9-873F-C37D-F4BA693D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Dê nomes claros ás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1ADB1-D338-70BD-BCE2-237CCC577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Uma variável não precisa ter nome e sobrenome, mas não deve ser chamada apenas por uma letra. Seu nome deve ter um significado lógico, de forma que alguém apenas lendo o nome consiga imaginar o que deve ser armazenado na variável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51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3F5DA-E326-F95A-1FF9-0FB6A36F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Declaração e inicialização de variáveis separadas da 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A2CE3-533B-ABE8-586E-377E9ED41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Tenha como prática declarar todas as variáveis que um programa irá utilizar logo após o título da rotina. 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Desta forma fica muito mais simples para quem irá fazer a manutenção do código entendê-lo. 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Depois das declarações e antes da lógica as variáveis devem ser inicializadas. </a:t>
            </a:r>
          </a:p>
          <a:p>
            <a:r>
              <a:rPr lang="pt-BR" b="1" i="0" dirty="0">
                <a:solidFill>
                  <a:srgbClr val="222222"/>
                </a:solidFill>
                <a:effectLst/>
                <a:latin typeface="Helvetica Neue"/>
              </a:rPr>
              <a:t>Não faça as coisas todas juntas, pois o código perde em clareza.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781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F291F-7263-D69A-D527-550D4477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Identação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A48B09-E6E0-21C9-02F4-DE38D901A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É algo simples e que facilita incrivelmente tanto a construção de um programa como sua manutenção. </a:t>
            </a:r>
          </a:p>
          <a:p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Use, se possível, o próprio </a:t>
            </a:r>
            <a:r>
              <a:rPr lang="pt-BR" b="1" i="0" err="1">
                <a:solidFill>
                  <a:srgbClr val="222222"/>
                </a:solidFill>
                <a:effectLst/>
                <a:latin typeface="Helvetica Neue"/>
              </a:rPr>
              <a:t>tab</a:t>
            </a:r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 ao invés de espaço, para que seja fácil manter todas as linhas iniciando-se na mesma coluna. </a:t>
            </a:r>
          </a:p>
          <a:p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Deixe os { e } sempre em linhas independentes, para que seja fácil identificar-se tudo que está entre os dois.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84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DBC0E-0088-E933-5D2A-484CF8D4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Não Economize { } chaves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15747E-6EDD-C4D4-2838-CEF778081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Mesmo que seja apenas um comando, é uma boa prática colocar { }. Muitas vezes, em um momento de nervosismo, quando por exemplo um cliente está com a fábrica parada por um erro no código, as pessoas incluem um comando a mais em um </a:t>
            </a:r>
            <a:r>
              <a:rPr lang="pt-BR" b="1" i="0" err="1">
                <a:solidFill>
                  <a:srgbClr val="222222"/>
                </a:solidFill>
                <a:effectLst/>
                <a:latin typeface="Helvetica Neue"/>
              </a:rPr>
              <a:t>else</a:t>
            </a:r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, por exemplo, e se esquecem de checar se tem os { e } correspondentes. Se não houver, o comando ficará em lugar errado e o erro continuará ocorrendo.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674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396E8-DE14-7A81-32C8-392013F4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Programe para outros e não para você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F7A608-93AC-B9A1-253F-3775A3F70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Lembre-se que na vida real não será você que irá corrigir o seu programa. Assim, você deve sempre programar de forma simples e clara, de forma que qualquer pessoa que precise altera-lo o faça facilmente.</a:t>
            </a:r>
            <a:br>
              <a:rPr lang="pt-BR"/>
            </a:br>
            <a:endParaRPr lang="pt-BR"/>
          </a:p>
          <a:p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Se você pensar que um programa confuso pode garantir seu emprego,</a:t>
            </a:r>
            <a:br>
              <a:rPr lang="pt-BR"/>
            </a:br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provavelmente vai perder mais rapidamente seu emprego e muito dificilmente conseguirá recomendação para outro, dada a pouca qualidade do seu trabalho.</a:t>
            </a:r>
            <a:br>
              <a:rPr lang="pt-BR"/>
            </a:br>
            <a:endParaRPr lang="pt-BR"/>
          </a:p>
          <a:p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Lembre-se que você também precisará corrigir programas dos outros.</a:t>
            </a:r>
            <a:br>
              <a:rPr lang="pt-BR"/>
            </a:br>
            <a:r>
              <a:rPr lang="pt-BR" b="1" i="0">
                <a:solidFill>
                  <a:srgbClr val="222222"/>
                </a:solidFill>
                <a:effectLst/>
                <a:latin typeface="Helvetica Neue"/>
              </a:rPr>
              <a:t>Garanto que se os outros não seguirem as regras acima, você vai entender claramente porque elas são tão importantes!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199850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{1EA246C4-02B1-448D-BB42-6F0875F5E8A5}tf56390039_win32</Template>
  <TotalTime>0</TotalTime>
  <Words>516</Words>
  <Application>Microsoft Office PowerPoint</Application>
  <PresentationFormat>Widescreen</PresentationFormat>
  <Paragraphs>24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Calibri</vt:lpstr>
      <vt:lpstr>Gill Sans MT</vt:lpstr>
      <vt:lpstr>Helvetica Neue</vt:lpstr>
      <vt:lpstr>Raleway</vt:lpstr>
      <vt:lpstr>Wingdings 2</vt:lpstr>
      <vt:lpstr>Personalizado</vt:lpstr>
      <vt:lpstr>Boas Práticas de Programação</vt:lpstr>
      <vt:lpstr>Comente Adequadamente</vt:lpstr>
      <vt:lpstr>Dê nomes claros ás variáveis</vt:lpstr>
      <vt:lpstr>Declaração e inicialização de variáveis separadas da lógica</vt:lpstr>
      <vt:lpstr>Identação</vt:lpstr>
      <vt:lpstr>Não Economize { } chaves</vt:lpstr>
      <vt:lpstr>Programe para outros e não para você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Boas Práticas de Programação</dc:title>
  <dc:creator>EDUARDO DE ALMEIDA HERNANDES</dc:creator>
  <cp:lastModifiedBy>Arthur Germano</cp:lastModifiedBy>
  <cp:revision>1</cp:revision>
  <dcterms:created xsi:type="dcterms:W3CDTF">2023-09-01T10:56:12Z</dcterms:created>
  <dcterms:modified xsi:type="dcterms:W3CDTF">2023-09-09T00:16:21Z</dcterms:modified>
</cp:coreProperties>
</file>